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100584" cy="100584"/>
          </a:xfrm>
          <a:prstGeom prst="ellipse">
            <a:avLst/>
          </a:prstGeom>
          <a:solidFill>
            <a:srgbClr val="157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2062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0" spc="220">
                <a:solidFill>
                  <a:srgbClr val="8A8276"/>
                </a:solidFill>
                <a:latin typeface="JetBrains Mono"/>
              </a:rPr>
              <a:t>Demo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1E1B17"/>
                </a:solidFill>
                <a:latin typeface="Inter"/>
              </a:rPr>
              <a:t>A meeting your team </a:t>
            </a:r>
            <a:r>
              <a:rPr sz="4000" b="0" i="1">
                <a:solidFill>
                  <a:srgbClr val="157852"/>
                </a:solidFill>
                <a:latin typeface="Fraunces"/>
              </a:rPr>
              <a:t>earns</a:t>
            </a:r>
            <a:r>
              <a:rPr sz="4000" b="1" i="0">
                <a:solidFill>
                  <a:srgbClr val="1E1B17"/>
                </a:solidFill>
                <a:latin typeface="Inter"/>
              </a:rPr>
              <a:t>.</a:t>
            </a:r>
          </a:p>
        </p:txBody>
      </p:sp>
      <p:pic>
        <p:nvPicPr>
          <p:cNvPr id="5" name="Picture 4" descr="reques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359" y="1828800"/>
            <a:ext cx="5608976" cy="4846320"/>
          </a:xfrm>
          <a:prstGeom prst="rect">
            <a:avLst/>
          </a:prstGeom>
          <a:ln w="12700">
            <a:solidFill>
              <a:srgbClr val="DAD5C8"/>
            </a:solidFill>
          </a:ln>
          <a:effectLst>
            <a:outerShdw blurRad="228600" dist="76200" dir="5400000" rotWithShape="0">
              <a:srgbClr val="14281E">
                <a:alpha val="18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