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585216"/>
            <a:ext cx="91440" cy="91440"/>
          </a:xfrm>
          <a:prstGeom prst="ellipse">
            <a:avLst/>
          </a:prstGeom>
          <a:solidFill>
            <a:srgbClr val="157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 spc="220">
                <a:solidFill>
                  <a:srgbClr val="8A8276"/>
                </a:solidFill>
                <a:latin typeface="JetBrains Mono"/>
              </a:rPr>
              <a:t>A PREVIEW OF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300" b="1" i="0">
                <a:solidFill>
                  <a:srgbClr val="1E1B17"/>
                </a:solidFill>
                <a:latin typeface="Inter"/>
              </a:rPr>
              <a:t>This is what your team would </a:t>
            </a:r>
            <a:r>
              <a:rPr sz="3300" b="0" i="1">
                <a:solidFill>
                  <a:srgbClr val="157852"/>
                </a:solidFill>
                <a:latin typeface="Fraunces"/>
              </a:rPr>
              <a:t>use</a:t>
            </a:r>
            <a:r>
              <a:rPr sz="3300" b="1" i="0">
                <a:solidFill>
                  <a:srgbClr val="1E1B17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03504"/>
            <a:ext cx="39593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50" b="0" i="0">
                <a:solidFill>
                  <a:srgbClr val="5A554C"/>
                </a:solidFill>
                <a:latin typeface="Inter"/>
              </a:rPr>
              <a:t>Browse vetted leaders, request a meeting with a written reason, and see the gift each one funds.</a:t>
            </a:r>
          </a:p>
        </p:txBody>
      </p:sp>
      <p:pic>
        <p:nvPicPr>
          <p:cNvPr id="6" name="Picture 5" descr="executives-rohan-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783080"/>
            <a:ext cx="7315200" cy="4883285"/>
          </a:xfrm>
          <a:prstGeom prst="rect">
            <a:avLst/>
          </a:prstGeom>
          <a:ln w="12700">
            <a:solidFill>
              <a:srgbClr val="DAD5C8"/>
            </a:solidFill>
          </a:ln>
          <a:effectLst>
            <a:outerShdw blurRad="228600" dist="76200" dir="5400000" rotWithShape="0">
              <a:srgbClr val="14281E">
                <a:alpha val="2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